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08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0" y="0"/>
            <a:ext cx="2560320" cy="5143500"/>
          </a:xfrm>
          <a:prstGeom prst="rect">
            <a:avLst/>
          </a:prstGeom>
          <a:solidFill>
            <a:srgbClr val="0D1A1C"/>
          </a:solidFill>
          <a:ln w="12700">
            <a:solidFill>
              <a:srgbClr val="0D1A1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583680" y="0"/>
            <a:ext cx="27432" cy="514350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949440" y="731520"/>
            <a:ext cx="1645920" cy="1645920"/>
          </a:xfrm>
          <a:prstGeom prst="ellipse">
            <a:avLst/>
          </a:prstGeom>
          <a:solidFill>
            <a:srgbClr val="00BCD4">
              <a:alpha val="12000"/>
            </a:srgbClr>
          </a:solidFill>
          <a:ln w="12700">
            <a:solidFill>
              <a:srgbClr val="00BCD4">
                <a:alpha val="2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0" y="3108960"/>
            <a:ext cx="1097280" cy="1097280"/>
          </a:xfrm>
          <a:prstGeom prst="ellipse">
            <a:avLst/>
          </a:prstGeom>
          <a:solidFill>
            <a:srgbClr val="00BCD4">
              <a:alpha val="8000"/>
            </a:srgbClr>
          </a:solidFill>
          <a:ln w="12700">
            <a:solidFill>
              <a:srgbClr val="00BCD4">
                <a:alpha val="1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675120" y="164592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00BC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</a:t>
            </a:r>
            <a:endParaRPr lang="en-US" sz="7200" dirty="0"/>
          </a:p>
        </p:txBody>
      </p:sp>
      <p:sp>
        <p:nvSpPr>
          <p:cNvPr id="8" name="Text 6"/>
          <p:cNvSpPr/>
          <p:nvPr/>
        </p:nvSpPr>
        <p:spPr>
          <a:xfrm>
            <a:off x="6675120" y="2651760"/>
            <a:ext cx="2377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spc="6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b="1" spc="6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EVERYONE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457200" y="731520"/>
            <a:ext cx="5943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Your Brand,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457200" y="1463040"/>
            <a:ext cx="5943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 &amp; Content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457200" y="2194560"/>
            <a:ext cx="5943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Coding.</a:t>
            </a:r>
            <a:endParaRPr lang="en-US" sz="3600" dirty="0"/>
          </a:p>
        </p:txBody>
      </p:sp>
      <p:sp>
        <p:nvSpPr>
          <p:cNvPr id="12" name="Shape 10"/>
          <p:cNvSpPr/>
          <p:nvPr/>
        </p:nvSpPr>
        <p:spPr>
          <a:xfrm>
            <a:off x="457200" y="3108960"/>
            <a:ext cx="4114800" cy="0"/>
          </a:xfrm>
          <a:prstGeom prst="line">
            <a:avLst/>
          </a:prstGeom>
          <a:noFill/>
          <a:ln w="12700">
            <a:solidFill>
              <a:srgbClr val="00BCD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329184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Powered by AI  ·  No Coding Required  ·  Free to Start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7200" y="3794760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Using: ChatGPT  +  Lovable.dev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57200" y="466344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by Asif Habib  |  asif.ai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808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This Session About?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960120"/>
            <a:ext cx="8229600" cy="0"/>
          </a:xfrm>
          <a:prstGeom prst="line">
            <a:avLst/>
          </a:prstGeom>
          <a:noFill/>
          <a:ln w="12700">
            <a:solidFill>
              <a:srgbClr val="25252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47472" y="1143000"/>
            <a:ext cx="2651760" cy="3611880"/>
          </a:xfrm>
          <a:prstGeom prst="rect">
            <a:avLst/>
          </a:prstGeom>
          <a:solidFill>
            <a:srgbClr val="111111"/>
          </a:solidFill>
          <a:ln w="12700">
            <a:solidFill>
              <a:srgbClr val="252525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5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47472" y="1143000"/>
            <a:ext cx="2651760" cy="4572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12064" y="128016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BC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512064" y="18288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Website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12064" y="2350008"/>
            <a:ext cx="2322576" cy="0"/>
          </a:xfrm>
          <a:prstGeom prst="line">
            <a:avLst/>
          </a:prstGeom>
          <a:noFill/>
          <a:ln w="12700">
            <a:solidFill>
              <a:srgbClr val="25252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12064" y="2468880"/>
            <a:ext cx="237744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real, live website that showcases who you are — professionally and personally.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3200400" y="1143000"/>
            <a:ext cx="2651760" cy="3611880"/>
          </a:xfrm>
          <a:prstGeom prst="rect">
            <a:avLst/>
          </a:prstGeom>
          <a:solidFill>
            <a:srgbClr val="111111"/>
          </a:solidFill>
          <a:ln w="12700">
            <a:solidFill>
              <a:srgbClr val="252525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5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0" y="1143000"/>
            <a:ext cx="2651760" cy="4572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64992" y="128016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BC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3364992" y="18288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Brand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3364992" y="2350008"/>
            <a:ext cx="2322576" cy="0"/>
          </a:xfrm>
          <a:prstGeom prst="line">
            <a:avLst/>
          </a:prstGeom>
          <a:noFill/>
          <a:ln w="12700">
            <a:solidFill>
              <a:srgbClr val="25252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64992" y="2468880"/>
            <a:ext cx="237744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your story, tone, and visual identity using AI as your creative partner.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6053328" y="1143000"/>
            <a:ext cx="2651760" cy="3611880"/>
          </a:xfrm>
          <a:prstGeom prst="rect">
            <a:avLst/>
          </a:prstGeom>
          <a:solidFill>
            <a:srgbClr val="111111"/>
          </a:solidFill>
          <a:ln w="12700">
            <a:solidFill>
              <a:srgbClr val="252525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5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053328" y="1143000"/>
            <a:ext cx="2651760" cy="4572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17920" y="128016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BC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6217920" y="18288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 Workflow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6217920" y="2350008"/>
            <a:ext cx="2322576" cy="0"/>
          </a:xfrm>
          <a:prstGeom prst="line">
            <a:avLst/>
          </a:prstGeom>
          <a:noFill/>
          <a:ln w="12700">
            <a:solidFill>
              <a:srgbClr val="25252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17920" y="2468880"/>
            <a:ext cx="237744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a repeatable process: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 → ChatGPT → Lovable → Publish.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 in one session.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347472" y="4828032"/>
            <a:ext cx="8449056" cy="0"/>
          </a:xfrm>
          <a:prstGeom prst="line">
            <a:avLst/>
          </a:prstGeom>
          <a:noFill/>
          <a:ln w="12700">
            <a:solidFill>
              <a:srgbClr val="25252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7472" y="4846320"/>
            <a:ext cx="84490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end of this session, your website will be LIVE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808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Build Your Brand &amp; Website?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960120"/>
            <a:ext cx="8229600" cy="0"/>
          </a:xfrm>
          <a:prstGeom prst="line">
            <a:avLst/>
          </a:prstGeom>
          <a:noFill/>
          <a:ln w="12700">
            <a:solidFill>
              <a:srgbClr val="25252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097280"/>
            <a:ext cx="4069080" cy="1600200"/>
          </a:xfrm>
          <a:prstGeom prst="rect">
            <a:avLst/>
          </a:prstGeom>
          <a:solidFill>
            <a:srgbClr val="111111"/>
          </a:solidFill>
          <a:ln w="12700">
            <a:solidFill>
              <a:srgbClr val="252525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5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097280"/>
            <a:ext cx="45720" cy="160020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0352" y="1188720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BC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188720" y="118872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 Found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530352" y="1691640"/>
            <a:ext cx="38130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your name. What shows up? Your website is your first impression — make it unforgettable.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709160" y="1097280"/>
            <a:ext cx="4069080" cy="1600200"/>
          </a:xfrm>
          <a:prstGeom prst="rect">
            <a:avLst/>
          </a:prstGeom>
          <a:solidFill>
            <a:srgbClr val="111111"/>
          </a:solidFill>
          <a:ln w="12700">
            <a:solidFill>
              <a:srgbClr val="252525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5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09160" y="1097280"/>
            <a:ext cx="45720" cy="160020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73752" y="1188720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BC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5532120" y="118872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 Out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4873752" y="1691640"/>
            <a:ext cx="38130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 sea of resumes, a personal website makes you memorable and distinctly professional.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65760" y="2926080"/>
            <a:ext cx="4069080" cy="1600200"/>
          </a:xfrm>
          <a:prstGeom prst="rect">
            <a:avLst/>
          </a:prstGeom>
          <a:solidFill>
            <a:srgbClr val="111111"/>
          </a:solidFill>
          <a:ln w="12700">
            <a:solidFill>
              <a:srgbClr val="252525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5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2926080"/>
            <a:ext cx="45720" cy="160020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30352" y="3017520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BC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188720" y="301752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 Your Story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530352" y="3520440"/>
            <a:ext cx="38130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control the narrative — your skills, passions, and journey in your own words.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709160" y="2926080"/>
            <a:ext cx="4069080" cy="1600200"/>
          </a:xfrm>
          <a:prstGeom prst="rect">
            <a:avLst/>
          </a:prstGeom>
          <a:solidFill>
            <a:srgbClr val="111111"/>
          </a:solidFill>
          <a:ln w="12700">
            <a:solidFill>
              <a:srgbClr val="252525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5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09160" y="2926080"/>
            <a:ext cx="45720" cy="160020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73752" y="3017520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BC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5532120" y="301752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Doors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4873752" y="3520440"/>
            <a:ext cx="38130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Clients, employers, collaborators — they find YOU. Opportunities come to you.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808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AI-First Approach?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960120"/>
            <a:ext cx="8229600" cy="0"/>
          </a:xfrm>
          <a:prstGeom prst="line">
            <a:avLst/>
          </a:prstGeom>
          <a:noFill/>
          <a:ln w="12700">
            <a:solidFill>
              <a:srgbClr val="25252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097280"/>
            <a:ext cx="3931920" cy="3749040"/>
          </a:xfrm>
          <a:prstGeom prst="rect">
            <a:avLst/>
          </a:prstGeom>
          <a:solidFill>
            <a:srgbClr val="111111"/>
          </a:solidFill>
          <a:ln w="12700">
            <a:solidFill>
              <a:srgbClr val="252525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5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097280"/>
            <a:ext cx="3931920" cy="502920"/>
          </a:xfrm>
          <a:prstGeom prst="rect">
            <a:avLst/>
          </a:prstGeom>
          <a:solidFill>
            <a:srgbClr val="1A0505"/>
          </a:solidFill>
          <a:ln w="12700">
            <a:solidFill>
              <a:srgbClr val="1A050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097280"/>
            <a:ext cx="45720" cy="3749040"/>
          </a:xfrm>
          <a:prstGeom prst="rect">
            <a:avLst/>
          </a:prstGeom>
          <a:solidFill>
            <a:srgbClr val="EF5350"/>
          </a:solidFill>
          <a:ln w="12700">
            <a:solidFill>
              <a:srgbClr val="EF535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11556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F5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Way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30352" y="1764792"/>
            <a:ext cx="3657600" cy="0"/>
          </a:xfrm>
          <a:prstGeom prst="line">
            <a:avLst/>
          </a:prstGeom>
          <a:noFill/>
          <a:ln w="6350">
            <a:solidFill>
              <a:srgbClr val="25252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30352" y="1801368"/>
            <a:ext cx="3611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8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Hire a developer — costs $$$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30352" y="2240280"/>
            <a:ext cx="3657600" cy="0"/>
          </a:xfrm>
          <a:prstGeom prst="line">
            <a:avLst/>
          </a:prstGeom>
          <a:noFill/>
          <a:ln w="6350">
            <a:solidFill>
              <a:srgbClr val="25252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30352" y="2276856"/>
            <a:ext cx="3611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8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Wait weeks to months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30352" y="2715768"/>
            <a:ext cx="3657600" cy="0"/>
          </a:xfrm>
          <a:prstGeom prst="line">
            <a:avLst/>
          </a:prstGeom>
          <a:noFill/>
          <a:ln w="6350">
            <a:solidFill>
              <a:srgbClr val="25252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30352" y="2752344"/>
            <a:ext cx="3611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8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Hard to make changes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530352" y="3191256"/>
            <a:ext cx="3657600" cy="0"/>
          </a:xfrm>
          <a:prstGeom prst="line">
            <a:avLst/>
          </a:prstGeom>
          <a:noFill/>
          <a:ln w="6350">
            <a:solidFill>
              <a:srgbClr val="25252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30352" y="3227832"/>
            <a:ext cx="3611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8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Need HTML / CSS / coding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530352" y="3666744"/>
            <a:ext cx="3657600" cy="0"/>
          </a:xfrm>
          <a:prstGeom prst="line">
            <a:avLst/>
          </a:prstGeom>
          <a:noFill/>
          <a:ln w="6350">
            <a:solidFill>
              <a:srgbClr val="25252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30352" y="3703320"/>
            <a:ext cx="3611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8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Expensive to maintain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4206240" y="2514600"/>
            <a:ext cx="731520" cy="731520"/>
          </a:xfrm>
          <a:prstGeom prst="ellipse">
            <a:avLst/>
          </a:prstGeom>
          <a:solidFill>
            <a:srgbClr val="141414"/>
          </a:solidFill>
          <a:ln w="12700">
            <a:solidFill>
              <a:srgbClr val="25252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206240" y="25146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75757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VS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846320" y="1097280"/>
            <a:ext cx="3931920" cy="3749040"/>
          </a:xfrm>
          <a:prstGeom prst="rect">
            <a:avLst/>
          </a:prstGeom>
          <a:solidFill>
            <a:srgbClr val="111111"/>
          </a:solidFill>
          <a:ln w="12700">
            <a:solidFill>
              <a:srgbClr val="252525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5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846320" y="1097280"/>
            <a:ext cx="3931920" cy="502920"/>
          </a:xfrm>
          <a:prstGeom prst="rect">
            <a:avLst/>
          </a:prstGeom>
          <a:solidFill>
            <a:srgbClr val="041412"/>
          </a:solidFill>
          <a:ln w="12700">
            <a:solidFill>
              <a:srgbClr val="04141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846320" y="1097280"/>
            <a:ext cx="45720" cy="374904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10912" y="111556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Way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5010912" y="1764792"/>
            <a:ext cx="3657600" cy="0"/>
          </a:xfrm>
          <a:prstGeom prst="line">
            <a:avLst/>
          </a:prstGeom>
          <a:noFill/>
          <a:ln w="6350">
            <a:solidFill>
              <a:srgbClr val="25252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10912" y="1801368"/>
            <a:ext cx="3611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 Free to start (lovable.dev)</a:t>
            </a:r>
            <a:endParaRPr lang="en-US" sz="1350" dirty="0"/>
          </a:p>
        </p:txBody>
      </p:sp>
      <p:sp>
        <p:nvSpPr>
          <p:cNvPr id="27" name="Shape 25"/>
          <p:cNvSpPr/>
          <p:nvPr/>
        </p:nvSpPr>
        <p:spPr>
          <a:xfrm>
            <a:off x="5010912" y="2240280"/>
            <a:ext cx="3657600" cy="0"/>
          </a:xfrm>
          <a:prstGeom prst="line">
            <a:avLst/>
          </a:prstGeom>
          <a:noFill/>
          <a:ln w="6350">
            <a:solidFill>
              <a:srgbClr val="25252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10912" y="2276856"/>
            <a:ext cx="3611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 Live in under 1 hour</a:t>
            </a:r>
            <a:endParaRPr lang="en-US" sz="1350" dirty="0"/>
          </a:p>
        </p:txBody>
      </p:sp>
      <p:sp>
        <p:nvSpPr>
          <p:cNvPr id="29" name="Shape 27"/>
          <p:cNvSpPr/>
          <p:nvPr/>
        </p:nvSpPr>
        <p:spPr>
          <a:xfrm>
            <a:off x="5010912" y="2715768"/>
            <a:ext cx="3657600" cy="0"/>
          </a:xfrm>
          <a:prstGeom prst="line">
            <a:avLst/>
          </a:prstGeom>
          <a:noFill/>
          <a:ln w="6350">
            <a:solidFill>
              <a:srgbClr val="25252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10912" y="2752344"/>
            <a:ext cx="3611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 Change anything with chat</a:t>
            </a:r>
            <a:endParaRPr lang="en-US" sz="1350" dirty="0"/>
          </a:p>
        </p:txBody>
      </p:sp>
      <p:sp>
        <p:nvSpPr>
          <p:cNvPr id="31" name="Shape 29"/>
          <p:cNvSpPr/>
          <p:nvPr/>
        </p:nvSpPr>
        <p:spPr>
          <a:xfrm>
            <a:off x="5010912" y="3191256"/>
            <a:ext cx="3657600" cy="0"/>
          </a:xfrm>
          <a:prstGeom prst="line">
            <a:avLst/>
          </a:prstGeom>
          <a:noFill/>
          <a:ln w="6350">
            <a:solidFill>
              <a:srgbClr val="25252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010912" y="3227832"/>
            <a:ext cx="3611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 No coding — just describe it</a:t>
            </a:r>
            <a:endParaRPr lang="en-US" sz="1350" dirty="0"/>
          </a:p>
        </p:txBody>
      </p:sp>
      <p:sp>
        <p:nvSpPr>
          <p:cNvPr id="33" name="Shape 31"/>
          <p:cNvSpPr/>
          <p:nvPr/>
        </p:nvSpPr>
        <p:spPr>
          <a:xfrm>
            <a:off x="5010912" y="3666744"/>
            <a:ext cx="3657600" cy="0"/>
          </a:xfrm>
          <a:prstGeom prst="line">
            <a:avLst/>
          </a:prstGeom>
          <a:noFill/>
          <a:ln w="6350">
            <a:solidFill>
              <a:srgbClr val="25252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010912" y="3703320"/>
            <a:ext cx="3611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 AI handles the technical bits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808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Lovable?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84124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lovable.dev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207008"/>
            <a:ext cx="8229600" cy="0"/>
          </a:xfrm>
          <a:prstGeom prst="line">
            <a:avLst/>
          </a:prstGeom>
          <a:noFill/>
          <a:ln w="12700">
            <a:solidFill>
              <a:srgbClr val="25252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371600"/>
            <a:ext cx="4069080" cy="1508760"/>
          </a:xfrm>
          <a:prstGeom prst="rect">
            <a:avLst/>
          </a:prstGeom>
          <a:solidFill>
            <a:srgbClr val="111111"/>
          </a:solidFill>
          <a:ln w="12700">
            <a:solidFill>
              <a:srgbClr val="252525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5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371600"/>
            <a:ext cx="45720" cy="150876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0352" y="146304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BC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115568" y="14630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 Describe It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30352" y="1901952"/>
            <a:ext cx="3813048" cy="0"/>
          </a:xfrm>
          <a:prstGeom prst="line">
            <a:avLst/>
          </a:prstGeom>
          <a:noFill/>
          <a:ln w="6350">
            <a:solidFill>
              <a:srgbClr val="25252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30352" y="1965960"/>
            <a:ext cx="38130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 Lovable what you want in plain English. It writes all the code for you. No jargon, no technical skills needed.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709160" y="1371600"/>
            <a:ext cx="4069080" cy="1508760"/>
          </a:xfrm>
          <a:prstGeom prst="rect">
            <a:avLst/>
          </a:prstGeom>
          <a:solidFill>
            <a:srgbClr val="111111"/>
          </a:solidFill>
          <a:ln w="12700">
            <a:solidFill>
              <a:srgbClr val="252525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5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09160" y="1371600"/>
            <a:ext cx="45720" cy="150876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73752" y="146304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BC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5458968" y="14630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to Start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873752" y="1901952"/>
            <a:ext cx="3813048" cy="0"/>
          </a:xfrm>
          <a:prstGeom prst="line">
            <a:avLst/>
          </a:prstGeom>
          <a:noFill/>
          <a:ln w="6350">
            <a:solidFill>
              <a:srgbClr val="25252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73752" y="1965960"/>
            <a:ext cx="38130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an account, build, and publish your site — completely at no cost to get started. Zero investment required.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365760" y="3063240"/>
            <a:ext cx="4069080" cy="1508760"/>
          </a:xfrm>
          <a:prstGeom prst="rect">
            <a:avLst/>
          </a:prstGeom>
          <a:solidFill>
            <a:srgbClr val="111111"/>
          </a:solidFill>
          <a:ln w="12700">
            <a:solidFill>
              <a:srgbClr val="252525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5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65760" y="3063240"/>
            <a:ext cx="45720" cy="150876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30352" y="31546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BC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1115568" y="31546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Websites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530352" y="3593592"/>
            <a:ext cx="3813048" cy="0"/>
          </a:xfrm>
          <a:prstGeom prst="line">
            <a:avLst/>
          </a:prstGeom>
          <a:noFill/>
          <a:ln w="6350">
            <a:solidFill>
              <a:srgbClr val="25252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30352" y="3657600"/>
            <a:ext cx="38130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just a template. A fully functional, live, hosted website with its own URL you can share with anyone.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4709160" y="3063240"/>
            <a:ext cx="4069080" cy="1508760"/>
          </a:xfrm>
          <a:prstGeom prst="rect">
            <a:avLst/>
          </a:prstGeom>
          <a:solidFill>
            <a:srgbClr val="111111"/>
          </a:solidFill>
          <a:ln w="12700">
            <a:solidFill>
              <a:srgbClr val="252525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5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09160" y="3063240"/>
            <a:ext cx="45720" cy="150876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73752" y="31546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BC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5458968" y="31546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to Edit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873752" y="3593592"/>
            <a:ext cx="3813048" cy="0"/>
          </a:xfrm>
          <a:prstGeom prst="line">
            <a:avLst/>
          </a:prstGeom>
          <a:noFill/>
          <a:ln w="6350">
            <a:solidFill>
              <a:srgbClr val="25252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73752" y="3657600"/>
            <a:ext cx="38130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colors, text, layout anytime by chatting with AI in plain language. Your changes go live in seconds.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808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Ways to Build a Website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960120"/>
            <a:ext cx="8229600" cy="0"/>
          </a:xfrm>
          <a:prstGeom prst="line">
            <a:avLst/>
          </a:prstGeom>
          <a:noFill/>
          <a:ln w="12700">
            <a:solidFill>
              <a:srgbClr val="25252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47472" y="1097280"/>
            <a:ext cx="2651760" cy="3840480"/>
          </a:xfrm>
          <a:prstGeom prst="rect">
            <a:avLst/>
          </a:prstGeom>
          <a:solidFill>
            <a:srgbClr val="111111"/>
          </a:solidFill>
          <a:ln w="12700">
            <a:solidFill>
              <a:srgbClr val="252525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5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47472" y="1097280"/>
            <a:ext cx="2651760" cy="45720"/>
          </a:xfrm>
          <a:prstGeom prst="rect">
            <a:avLst/>
          </a:prstGeom>
          <a:solidFill>
            <a:srgbClr val="757575"/>
          </a:solidFill>
          <a:ln w="12700">
            <a:solidFill>
              <a:srgbClr val="75757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12064" y="1188720"/>
            <a:ext cx="23957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Hire a Developer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1737360"/>
            <a:ext cx="2432304" cy="0"/>
          </a:xfrm>
          <a:prstGeom prst="line">
            <a:avLst/>
          </a:prstGeom>
          <a:noFill/>
          <a:ln w="6350">
            <a:solidFill>
              <a:srgbClr val="25252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4632" y="1773936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307592" y="1773936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$2,000 – $20,000+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57200" y="2194560"/>
            <a:ext cx="2432304" cy="0"/>
          </a:xfrm>
          <a:prstGeom prst="line">
            <a:avLst/>
          </a:prstGeom>
          <a:noFill/>
          <a:ln w="6350">
            <a:solidFill>
              <a:srgbClr val="25252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4632" y="2231136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307592" y="2231136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to months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57200" y="2651760"/>
            <a:ext cx="2432304" cy="0"/>
          </a:xfrm>
          <a:prstGeom prst="line">
            <a:avLst/>
          </a:prstGeom>
          <a:noFill/>
          <a:ln w="6350">
            <a:solidFill>
              <a:srgbClr val="25252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4632" y="2688336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307592" y="2688336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Expensive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457200" y="3108960"/>
            <a:ext cx="2432304" cy="0"/>
          </a:xfrm>
          <a:prstGeom prst="line">
            <a:avLst/>
          </a:prstGeom>
          <a:noFill/>
          <a:ln w="6350">
            <a:solidFill>
              <a:srgbClr val="25252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4632" y="3145536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Coding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307592" y="3145536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(theirs)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457200" y="3566160"/>
            <a:ext cx="2432304" cy="0"/>
          </a:xfrm>
          <a:prstGeom prst="line">
            <a:avLst/>
          </a:prstGeom>
          <a:noFill/>
          <a:ln w="6350">
            <a:solidFill>
              <a:srgbClr val="25252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4632" y="3602736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307592" y="3602736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457200" y="4041648"/>
            <a:ext cx="2432304" cy="0"/>
          </a:xfrm>
          <a:prstGeom prst="line">
            <a:avLst/>
          </a:prstGeom>
          <a:noFill/>
          <a:ln w="12700">
            <a:solidFill>
              <a:srgbClr val="25252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4114800"/>
            <a:ext cx="24323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Powerful, but costly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3200400" y="1097280"/>
            <a:ext cx="2651760" cy="3840480"/>
          </a:xfrm>
          <a:prstGeom prst="rect">
            <a:avLst/>
          </a:prstGeom>
          <a:solidFill>
            <a:srgbClr val="111111"/>
          </a:solidFill>
          <a:ln w="12700">
            <a:solidFill>
              <a:srgbClr val="252525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5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200400" y="1097280"/>
            <a:ext cx="2651760" cy="45720"/>
          </a:xfrm>
          <a:prstGeom prst="rect">
            <a:avLst/>
          </a:prstGeom>
          <a:solidFill>
            <a:srgbClr val="4DB6AC"/>
          </a:solidFill>
          <a:ln w="12700">
            <a:solidFill>
              <a:srgbClr val="4DB6A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364992" y="1188720"/>
            <a:ext cx="23957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No-Code Tools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3310128" y="1737360"/>
            <a:ext cx="2432304" cy="0"/>
          </a:xfrm>
          <a:prstGeom prst="line">
            <a:avLst/>
          </a:prstGeom>
          <a:noFill/>
          <a:ln w="6350">
            <a:solidFill>
              <a:srgbClr val="25252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337560" y="1773936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160520" y="1773936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$10–$50/month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3310128" y="2194560"/>
            <a:ext cx="2432304" cy="0"/>
          </a:xfrm>
          <a:prstGeom prst="line">
            <a:avLst/>
          </a:prstGeom>
          <a:noFill/>
          <a:ln w="6350">
            <a:solidFill>
              <a:srgbClr val="25252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337560" y="2231136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160520" y="2231136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to weeks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3310128" y="2651760"/>
            <a:ext cx="2432304" cy="0"/>
          </a:xfrm>
          <a:prstGeom prst="line">
            <a:avLst/>
          </a:prstGeom>
          <a:noFill/>
          <a:ln w="6350">
            <a:solidFill>
              <a:srgbClr val="25252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337560" y="2688336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Changes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160520" y="2688336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</a:t>
            </a:r>
            <a:endParaRPr lang="en-US" sz="1250" dirty="0"/>
          </a:p>
        </p:txBody>
      </p:sp>
      <p:sp>
        <p:nvSpPr>
          <p:cNvPr id="37" name="Shape 35"/>
          <p:cNvSpPr/>
          <p:nvPr/>
        </p:nvSpPr>
        <p:spPr>
          <a:xfrm>
            <a:off x="3310128" y="3108960"/>
            <a:ext cx="2432304" cy="0"/>
          </a:xfrm>
          <a:prstGeom prst="line">
            <a:avLst/>
          </a:prstGeom>
          <a:noFill/>
          <a:ln w="6350">
            <a:solidFill>
              <a:srgbClr val="25252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337560" y="3145536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Coding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4160520" y="3145536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required</a:t>
            </a:r>
            <a:endParaRPr lang="en-US" sz="1250" dirty="0"/>
          </a:p>
        </p:txBody>
      </p:sp>
      <p:sp>
        <p:nvSpPr>
          <p:cNvPr id="40" name="Shape 38"/>
          <p:cNvSpPr/>
          <p:nvPr/>
        </p:nvSpPr>
        <p:spPr>
          <a:xfrm>
            <a:off x="3310128" y="3566160"/>
            <a:ext cx="2432304" cy="0"/>
          </a:xfrm>
          <a:prstGeom prst="line">
            <a:avLst/>
          </a:prstGeom>
          <a:noFill/>
          <a:ln w="6350">
            <a:solidFill>
              <a:srgbClr val="252525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337560" y="3602736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4160520" y="3602736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1250" dirty="0"/>
          </a:p>
        </p:txBody>
      </p:sp>
      <p:sp>
        <p:nvSpPr>
          <p:cNvPr id="43" name="Shape 41"/>
          <p:cNvSpPr/>
          <p:nvPr/>
        </p:nvSpPr>
        <p:spPr>
          <a:xfrm>
            <a:off x="3310128" y="4041648"/>
            <a:ext cx="2432304" cy="0"/>
          </a:xfrm>
          <a:prstGeom prst="line">
            <a:avLst/>
          </a:prstGeom>
          <a:noFill/>
          <a:ln w="12700">
            <a:solidFill>
              <a:srgbClr val="252525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310128" y="4114800"/>
            <a:ext cx="24323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Good, but learning curve</a:t>
            </a:r>
            <a:endParaRPr lang="en-US" sz="1250" dirty="0"/>
          </a:p>
        </p:txBody>
      </p:sp>
      <p:sp>
        <p:nvSpPr>
          <p:cNvPr id="45" name="Shape 43"/>
          <p:cNvSpPr/>
          <p:nvPr/>
        </p:nvSpPr>
        <p:spPr>
          <a:xfrm>
            <a:off x="6053328" y="1097280"/>
            <a:ext cx="2651760" cy="3840480"/>
          </a:xfrm>
          <a:prstGeom prst="rect">
            <a:avLst/>
          </a:prstGeom>
          <a:solidFill>
            <a:srgbClr val="06191C"/>
          </a:solidFill>
          <a:ln w="12700">
            <a:solidFill>
              <a:srgbClr val="00BCD4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50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6053328" y="1097280"/>
            <a:ext cx="2651760" cy="4572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217920" y="1188720"/>
            <a:ext cx="23957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Tools (Lovable)</a:t>
            </a:r>
            <a:endParaRPr lang="en-US" sz="1500" dirty="0"/>
          </a:p>
        </p:txBody>
      </p:sp>
      <p:sp>
        <p:nvSpPr>
          <p:cNvPr id="48" name="Shape 46"/>
          <p:cNvSpPr/>
          <p:nvPr/>
        </p:nvSpPr>
        <p:spPr>
          <a:xfrm>
            <a:off x="6163056" y="1737360"/>
            <a:ext cx="2432304" cy="0"/>
          </a:xfrm>
          <a:prstGeom prst="line">
            <a:avLst/>
          </a:prstGeom>
          <a:noFill/>
          <a:ln w="6350">
            <a:solidFill>
              <a:srgbClr val="252525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190488" y="1773936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7013448" y="1773936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to start</a:t>
            </a:r>
            <a:endParaRPr lang="en-US" sz="1250" dirty="0"/>
          </a:p>
        </p:txBody>
      </p:sp>
      <p:sp>
        <p:nvSpPr>
          <p:cNvPr id="51" name="Shape 49"/>
          <p:cNvSpPr/>
          <p:nvPr/>
        </p:nvSpPr>
        <p:spPr>
          <a:xfrm>
            <a:off x="6163056" y="2194560"/>
            <a:ext cx="2432304" cy="0"/>
          </a:xfrm>
          <a:prstGeom prst="line">
            <a:avLst/>
          </a:prstGeom>
          <a:noFill/>
          <a:ln w="6350">
            <a:solidFill>
              <a:srgbClr val="252525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190488" y="2231136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7013448" y="2231136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1 hour</a:t>
            </a:r>
            <a:endParaRPr lang="en-US" sz="1250" dirty="0"/>
          </a:p>
        </p:txBody>
      </p:sp>
      <p:sp>
        <p:nvSpPr>
          <p:cNvPr id="54" name="Shape 52"/>
          <p:cNvSpPr/>
          <p:nvPr/>
        </p:nvSpPr>
        <p:spPr>
          <a:xfrm>
            <a:off x="6163056" y="2651760"/>
            <a:ext cx="2432304" cy="0"/>
          </a:xfrm>
          <a:prstGeom prst="line">
            <a:avLst/>
          </a:prstGeom>
          <a:noFill/>
          <a:ln w="6350">
            <a:solidFill>
              <a:srgbClr val="252525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190488" y="2688336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Changes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7013448" y="2688336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with AI</a:t>
            </a:r>
            <a:endParaRPr lang="en-US" sz="1250" dirty="0"/>
          </a:p>
        </p:txBody>
      </p:sp>
      <p:sp>
        <p:nvSpPr>
          <p:cNvPr id="57" name="Shape 55"/>
          <p:cNvSpPr/>
          <p:nvPr/>
        </p:nvSpPr>
        <p:spPr>
          <a:xfrm>
            <a:off x="6163056" y="3108960"/>
            <a:ext cx="2432304" cy="0"/>
          </a:xfrm>
          <a:prstGeom prst="line">
            <a:avLst/>
          </a:prstGeom>
          <a:noFill/>
          <a:ln w="6350">
            <a:solidFill>
              <a:srgbClr val="252525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190488" y="3145536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Coding</a:t>
            </a:r>
            <a:endParaRPr lang="en-US" sz="1100" dirty="0"/>
          </a:p>
        </p:txBody>
      </p:sp>
      <p:sp>
        <p:nvSpPr>
          <p:cNvPr id="59" name="Text 57"/>
          <p:cNvSpPr/>
          <p:nvPr/>
        </p:nvSpPr>
        <p:spPr>
          <a:xfrm>
            <a:off x="7013448" y="3145536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required</a:t>
            </a:r>
            <a:endParaRPr lang="en-US" sz="1250" dirty="0"/>
          </a:p>
        </p:txBody>
      </p:sp>
      <p:sp>
        <p:nvSpPr>
          <p:cNvPr id="60" name="Shape 58"/>
          <p:cNvSpPr/>
          <p:nvPr/>
        </p:nvSpPr>
        <p:spPr>
          <a:xfrm>
            <a:off x="6163056" y="3566160"/>
            <a:ext cx="2432304" cy="0"/>
          </a:xfrm>
          <a:prstGeom prst="line">
            <a:avLst/>
          </a:prstGeom>
          <a:noFill/>
          <a:ln w="6350">
            <a:solidFill>
              <a:srgbClr val="252525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190488" y="3602736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</a:t>
            </a:r>
            <a:endParaRPr lang="en-US" sz="1100" dirty="0"/>
          </a:p>
        </p:txBody>
      </p:sp>
      <p:sp>
        <p:nvSpPr>
          <p:cNvPr id="62" name="Text 60"/>
          <p:cNvSpPr/>
          <p:nvPr/>
        </p:nvSpPr>
        <p:spPr>
          <a:xfrm>
            <a:off x="7013448" y="3602736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250" dirty="0"/>
          </a:p>
        </p:txBody>
      </p:sp>
      <p:sp>
        <p:nvSpPr>
          <p:cNvPr id="63" name="Shape 61"/>
          <p:cNvSpPr/>
          <p:nvPr/>
        </p:nvSpPr>
        <p:spPr>
          <a:xfrm>
            <a:off x="6163056" y="4041648"/>
            <a:ext cx="2432304" cy="0"/>
          </a:xfrm>
          <a:prstGeom prst="line">
            <a:avLst/>
          </a:prstGeom>
          <a:noFill/>
          <a:ln w="12700">
            <a:solidFill>
              <a:srgbClr val="00BCD4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6163056" y="4114800"/>
            <a:ext cx="24323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Best for beginners —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808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4-Step AI Workflow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8412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LinkedIn profile to live website — in one session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207008"/>
            <a:ext cx="8229600" cy="0"/>
          </a:xfrm>
          <a:prstGeom prst="line">
            <a:avLst/>
          </a:prstGeom>
          <a:noFill/>
          <a:ln w="12700">
            <a:solidFill>
              <a:srgbClr val="25252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86968" y="1371600"/>
            <a:ext cx="868680" cy="868680"/>
          </a:xfrm>
          <a:prstGeom prst="ellipse">
            <a:avLst/>
          </a:prstGeom>
          <a:solidFill>
            <a:srgbClr val="080808"/>
          </a:solidFill>
          <a:ln w="25400">
            <a:solidFill>
              <a:srgbClr val="00BC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86968" y="137160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BC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1792224" y="1801368"/>
            <a:ext cx="704088" cy="0"/>
          </a:xfrm>
          <a:prstGeom prst="line">
            <a:avLst/>
          </a:prstGeom>
          <a:noFill/>
          <a:ln w="12700">
            <a:solidFill>
              <a:srgbClr val="25252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20624" y="2331720"/>
            <a:ext cx="19385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384048" y="2834640"/>
            <a:ext cx="1938528" cy="1783080"/>
          </a:xfrm>
          <a:prstGeom prst="rect">
            <a:avLst/>
          </a:prstGeom>
          <a:solidFill>
            <a:srgbClr val="111111"/>
          </a:solidFill>
          <a:ln w="12700">
            <a:solidFill>
              <a:srgbClr val="252525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5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84048" y="2834640"/>
            <a:ext cx="1938528" cy="36576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" y="2907792"/>
            <a:ext cx="1755648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 your profile: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name, headline, about,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experience, education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3035808" y="1371600"/>
            <a:ext cx="868680" cy="868680"/>
          </a:xfrm>
          <a:prstGeom prst="ellipse">
            <a:avLst/>
          </a:prstGeom>
          <a:solidFill>
            <a:srgbClr val="080808"/>
          </a:solidFill>
          <a:ln w="25400">
            <a:solidFill>
              <a:srgbClr val="00BCD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035808" y="137160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BC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2800" dirty="0"/>
          </a:p>
        </p:txBody>
      </p:sp>
      <p:sp>
        <p:nvSpPr>
          <p:cNvPr id="15" name="Shape 13"/>
          <p:cNvSpPr/>
          <p:nvPr/>
        </p:nvSpPr>
        <p:spPr>
          <a:xfrm>
            <a:off x="3941064" y="1801368"/>
            <a:ext cx="704088" cy="0"/>
          </a:xfrm>
          <a:prstGeom prst="line">
            <a:avLst/>
          </a:prstGeom>
          <a:noFill/>
          <a:ln w="12700">
            <a:solidFill>
              <a:srgbClr val="25252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569464" y="2331720"/>
            <a:ext cx="19385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2532888" y="2834640"/>
            <a:ext cx="1938528" cy="1783080"/>
          </a:xfrm>
          <a:prstGeom prst="rect">
            <a:avLst/>
          </a:prstGeom>
          <a:solidFill>
            <a:srgbClr val="111111"/>
          </a:solidFill>
          <a:ln w="12700">
            <a:solidFill>
              <a:srgbClr val="252525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5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532888" y="2834640"/>
            <a:ext cx="1938528" cy="36576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624328" y="2907792"/>
            <a:ext cx="1755648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Paste your info —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for a Lovable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 prompt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184648" y="1371600"/>
            <a:ext cx="868680" cy="868680"/>
          </a:xfrm>
          <a:prstGeom prst="ellipse">
            <a:avLst/>
          </a:prstGeom>
          <a:solidFill>
            <a:srgbClr val="080808"/>
          </a:solidFill>
          <a:ln w="25400">
            <a:solidFill>
              <a:srgbClr val="00BCD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184648" y="137160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BC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2800" dirty="0"/>
          </a:p>
        </p:txBody>
      </p:sp>
      <p:sp>
        <p:nvSpPr>
          <p:cNvPr id="22" name="Shape 20"/>
          <p:cNvSpPr/>
          <p:nvPr/>
        </p:nvSpPr>
        <p:spPr>
          <a:xfrm>
            <a:off x="6089904" y="1801368"/>
            <a:ext cx="704088" cy="0"/>
          </a:xfrm>
          <a:prstGeom prst="line">
            <a:avLst/>
          </a:prstGeom>
          <a:noFill/>
          <a:ln w="12700">
            <a:solidFill>
              <a:srgbClr val="25252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18304" y="2331720"/>
            <a:ext cx="19385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Lovable</a:t>
            </a:r>
            <a:endParaRPr lang="en-US" sz="1700" dirty="0"/>
          </a:p>
        </p:txBody>
      </p:sp>
      <p:sp>
        <p:nvSpPr>
          <p:cNvPr id="24" name="Shape 22"/>
          <p:cNvSpPr/>
          <p:nvPr/>
        </p:nvSpPr>
        <p:spPr>
          <a:xfrm>
            <a:off x="4681728" y="2834640"/>
            <a:ext cx="1938528" cy="1783080"/>
          </a:xfrm>
          <a:prstGeom prst="rect">
            <a:avLst/>
          </a:prstGeom>
          <a:solidFill>
            <a:srgbClr val="111111"/>
          </a:solidFill>
          <a:ln w="12700">
            <a:solidFill>
              <a:srgbClr val="252525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5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681728" y="2834640"/>
            <a:ext cx="1938528" cy="36576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73168" y="2907792"/>
            <a:ext cx="1755648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Paste prompt —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Plan — approve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watch it build!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7333488" y="1371600"/>
            <a:ext cx="868680" cy="868680"/>
          </a:xfrm>
          <a:prstGeom prst="ellipse">
            <a:avLst/>
          </a:prstGeom>
          <a:solidFill>
            <a:srgbClr val="080808"/>
          </a:solidFill>
          <a:ln w="25400">
            <a:solidFill>
              <a:srgbClr val="00BCD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333488" y="137160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BC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2800" dirty="0"/>
          </a:p>
        </p:txBody>
      </p:sp>
      <p:sp>
        <p:nvSpPr>
          <p:cNvPr id="29" name="Text 27"/>
          <p:cNvSpPr/>
          <p:nvPr/>
        </p:nvSpPr>
        <p:spPr>
          <a:xfrm>
            <a:off x="6867144" y="2331720"/>
            <a:ext cx="19385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Publish!</a:t>
            </a:r>
            <a:endParaRPr lang="en-US" sz="1700" dirty="0"/>
          </a:p>
        </p:txBody>
      </p:sp>
      <p:sp>
        <p:nvSpPr>
          <p:cNvPr id="30" name="Shape 28"/>
          <p:cNvSpPr/>
          <p:nvPr/>
        </p:nvSpPr>
        <p:spPr>
          <a:xfrm>
            <a:off x="6830568" y="2834640"/>
            <a:ext cx="1938528" cy="1783080"/>
          </a:xfrm>
          <a:prstGeom prst="rect">
            <a:avLst/>
          </a:prstGeom>
          <a:solidFill>
            <a:srgbClr val="111111"/>
          </a:solidFill>
          <a:ln w="12700">
            <a:solidFill>
              <a:srgbClr val="252525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5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830568" y="2834640"/>
            <a:ext cx="1938528" cy="36576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922008" y="2907792"/>
            <a:ext cx="1755648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Publish — pick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URL — Continue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site is LIVE!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808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Let's Build! Step by Step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960120"/>
            <a:ext cx="8229600" cy="0"/>
          </a:xfrm>
          <a:prstGeom prst="line">
            <a:avLst/>
          </a:prstGeom>
          <a:noFill/>
          <a:ln w="12700">
            <a:solidFill>
              <a:srgbClr val="25252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0" y="1051560"/>
            <a:ext cx="0" cy="3886200"/>
          </a:xfrm>
          <a:prstGeom prst="line">
            <a:avLst/>
          </a:prstGeom>
          <a:noFill/>
          <a:ln w="12700">
            <a:solidFill>
              <a:srgbClr val="25252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170432"/>
            <a:ext cx="347472" cy="347472"/>
          </a:xfrm>
          <a:prstGeom prst="ellipse">
            <a:avLst/>
          </a:prstGeom>
          <a:solidFill>
            <a:srgbClr val="080808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17043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77240" y="109728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your Lovable account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77240" y="146304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lovable.dev → Create free account → Continue with Google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777240" y="2011680"/>
            <a:ext cx="3886200" cy="0"/>
          </a:xfrm>
          <a:prstGeom prst="line">
            <a:avLst/>
          </a:prstGeom>
          <a:noFill/>
          <a:ln w="6350">
            <a:solidFill>
              <a:srgbClr val="25252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0040" y="2130552"/>
            <a:ext cx="347472" cy="347472"/>
          </a:xfrm>
          <a:prstGeom prst="ellipse">
            <a:avLst/>
          </a:prstGeom>
          <a:solidFill>
            <a:srgbClr val="080808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213055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77240" y="205740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Gather your LinkedIn info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77240" y="242316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Copy: name, headline, about, experience, education, volunteering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777240" y="2971800"/>
            <a:ext cx="3886200" cy="0"/>
          </a:xfrm>
          <a:prstGeom prst="line">
            <a:avLst/>
          </a:prstGeom>
          <a:noFill/>
          <a:ln w="6350">
            <a:solidFill>
              <a:srgbClr val="25252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0040" y="3090672"/>
            <a:ext cx="347472" cy="347472"/>
          </a:xfrm>
          <a:prstGeom prst="ellipse">
            <a:avLst/>
          </a:prstGeom>
          <a:solidFill>
            <a:srgbClr val="080808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" y="30906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77240" y="301752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prompt in ChatGPT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77240" y="338328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Paste LinkedIn info → ask ChatGPT to create a Lovable prompt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777240" y="3931920"/>
            <a:ext cx="3886200" cy="0"/>
          </a:xfrm>
          <a:prstGeom prst="line">
            <a:avLst/>
          </a:prstGeom>
          <a:noFill/>
          <a:ln w="6350">
            <a:solidFill>
              <a:srgbClr val="25252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20040" y="4050792"/>
            <a:ext cx="347472" cy="347472"/>
          </a:xfrm>
          <a:prstGeom prst="ellipse">
            <a:avLst/>
          </a:prstGeom>
          <a:solidFill>
            <a:srgbClr val="080808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0040" y="40507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77240" y="397764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Paste prompt into Lovable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77240" y="434340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chat box → select "Plan" → hit the up arrow to send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4736592" y="1170432"/>
            <a:ext cx="347472" cy="347472"/>
          </a:xfrm>
          <a:prstGeom prst="ellipse">
            <a:avLst/>
          </a:prstGeom>
          <a:solidFill>
            <a:srgbClr val="080808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36592" y="117043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193792" y="109728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and approve the plan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193792" y="146304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plan → click Approve → watch Lovable build your site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5193792" y="2011680"/>
            <a:ext cx="3886200" cy="0"/>
          </a:xfrm>
          <a:prstGeom prst="line">
            <a:avLst/>
          </a:prstGeom>
          <a:noFill/>
          <a:ln w="6350">
            <a:solidFill>
              <a:srgbClr val="252525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736592" y="2130552"/>
            <a:ext cx="347472" cy="347472"/>
          </a:xfrm>
          <a:prstGeom prst="ellipse">
            <a:avLst/>
          </a:prstGeom>
          <a:solidFill>
            <a:srgbClr val="080808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36592" y="213055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5193792" y="205740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 to staging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193792" y="242316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Publish (top right) → choose URL → Continue x4 → Publish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5193792" y="2971800"/>
            <a:ext cx="3886200" cy="0"/>
          </a:xfrm>
          <a:prstGeom prst="line">
            <a:avLst/>
          </a:prstGeom>
          <a:noFill/>
          <a:ln w="6350">
            <a:solidFill>
              <a:srgbClr val="252525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736592" y="3090672"/>
            <a:ext cx="347472" cy="347472"/>
          </a:xfrm>
          <a:prstGeom prst="ellipse">
            <a:avLst/>
          </a:prstGeom>
          <a:solidFill>
            <a:srgbClr val="080808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736592" y="30906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5193792" y="301752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 anything with chat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5193792" y="338328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what to change → Plan → Approve → Publish → Update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5193792" y="3931920"/>
            <a:ext cx="3886200" cy="0"/>
          </a:xfrm>
          <a:prstGeom prst="line">
            <a:avLst/>
          </a:prstGeom>
          <a:noFill/>
          <a:ln w="6350">
            <a:solidFill>
              <a:srgbClr val="252525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736592" y="4050792"/>
            <a:ext cx="347472" cy="347472"/>
          </a:xfrm>
          <a:prstGeom prst="ellipse">
            <a:avLst/>
          </a:prstGeom>
          <a:solidFill>
            <a:srgbClr val="080808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736592" y="40507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5193792" y="397764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your live website!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5193792" y="434340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site is live at yourname.lovable.app — share everywhere!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808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974336"/>
            <a:ext cx="9144000" cy="164592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371600" y="-1371600"/>
            <a:ext cx="4114800" cy="4114800"/>
          </a:xfrm>
          <a:prstGeom prst="ellipse">
            <a:avLst/>
          </a:prstGeom>
          <a:solidFill>
            <a:srgbClr val="00BCD4">
              <a:alpha val="6000"/>
            </a:srgbClr>
          </a:solidFill>
          <a:ln w="12700">
            <a:solidFill>
              <a:srgbClr val="00BCD4">
                <a:alpha val="1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0" y="2286000"/>
            <a:ext cx="3200400" cy="3200400"/>
          </a:xfrm>
          <a:prstGeom prst="ellipse">
            <a:avLst/>
          </a:prstGeom>
          <a:solidFill>
            <a:srgbClr val="00BCD4">
              <a:alpha val="6000"/>
            </a:srgbClr>
          </a:solidFill>
          <a:ln w="12700">
            <a:solidFill>
              <a:srgbClr val="00BCD4">
                <a:alpha val="1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457200"/>
            <a:ext cx="8229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Voilà!</a:t>
            </a:r>
            <a:endParaRPr lang="en-US" sz="9000" dirty="0"/>
          </a:p>
        </p:txBody>
      </p:sp>
      <p:sp>
        <p:nvSpPr>
          <p:cNvPr id="7" name="Text 5"/>
          <p:cNvSpPr/>
          <p:nvPr/>
        </p:nvSpPr>
        <p:spPr>
          <a:xfrm>
            <a:off x="457200" y="18745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spc="400" kern="0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Website Is LIVE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2011680" y="2633472"/>
            <a:ext cx="5120640" cy="621792"/>
          </a:xfrm>
          <a:prstGeom prst="rect">
            <a:avLst/>
          </a:prstGeom>
          <a:solidFill>
            <a:srgbClr val="111111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011680" y="2633472"/>
            <a:ext cx="5120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yourname.lovable.app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457200" y="340156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"there it is"  —  free, professional, and yours forever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40080" y="3913632"/>
            <a:ext cx="2377440" cy="822960"/>
          </a:xfrm>
          <a:prstGeom prst="rect">
            <a:avLst/>
          </a:prstGeom>
          <a:solidFill>
            <a:srgbClr val="111111"/>
          </a:solidFill>
          <a:ln w="12700">
            <a:solidFill>
              <a:srgbClr val="25252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0080" y="3913632"/>
            <a:ext cx="2377440" cy="36576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3968496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Code Written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731520" y="434340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programming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383280" y="3913632"/>
            <a:ext cx="2377440" cy="822960"/>
          </a:xfrm>
          <a:prstGeom prst="rect">
            <a:avLst/>
          </a:prstGeom>
          <a:solidFill>
            <a:srgbClr val="111111"/>
          </a:solidFill>
          <a:ln w="12700">
            <a:solidFill>
              <a:srgbClr val="25252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383280" y="3913632"/>
            <a:ext cx="2377440" cy="36576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74720" y="3968496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in &lt; 1 Hour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3474720" y="434340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to finish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126480" y="3913632"/>
            <a:ext cx="2377440" cy="822960"/>
          </a:xfrm>
          <a:prstGeom prst="rect">
            <a:avLst/>
          </a:prstGeom>
          <a:solidFill>
            <a:srgbClr val="111111"/>
          </a:solidFill>
          <a:ln w="12700">
            <a:solidFill>
              <a:srgbClr val="25252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126480" y="3913632"/>
            <a:ext cx="2377440" cy="36576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17920" y="3968496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on Internet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6217920" y="434340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Shareable today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808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to Go Next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8412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learning journey continues here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207008"/>
            <a:ext cx="8229600" cy="0"/>
          </a:xfrm>
          <a:prstGeom prst="line">
            <a:avLst/>
          </a:prstGeom>
          <a:noFill/>
          <a:ln w="12700">
            <a:solidFill>
              <a:srgbClr val="25252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47472" y="1371600"/>
            <a:ext cx="2651760" cy="2423160"/>
          </a:xfrm>
          <a:prstGeom prst="rect">
            <a:avLst/>
          </a:prstGeom>
          <a:solidFill>
            <a:srgbClr val="111111"/>
          </a:solidFill>
          <a:ln w="12700">
            <a:solidFill>
              <a:srgbClr val="252525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5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47472" y="1371600"/>
            <a:ext cx="45720" cy="242316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12064" y="148132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BC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97280" y="1481328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Lovable.dev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12064" y="1901952"/>
            <a:ext cx="2395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lovable.dev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12064" y="2231136"/>
            <a:ext cx="2395728" cy="0"/>
          </a:xfrm>
          <a:prstGeom prst="line">
            <a:avLst/>
          </a:prstGeom>
          <a:noFill/>
          <a:ln w="6350">
            <a:solidFill>
              <a:srgbClr val="25252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12064" y="2304288"/>
            <a:ext cx="2395728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AI website builder. Experiment, try new prompts, iterate and improve your site anytime.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3200400" y="1371600"/>
            <a:ext cx="2651760" cy="2423160"/>
          </a:xfrm>
          <a:prstGeom prst="rect">
            <a:avLst/>
          </a:prstGeom>
          <a:solidFill>
            <a:srgbClr val="111111"/>
          </a:solidFill>
          <a:ln w="12700">
            <a:solidFill>
              <a:srgbClr val="252525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5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00400" y="1371600"/>
            <a:ext cx="45720" cy="242316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64992" y="148132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BC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3950208" y="1481328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364992" y="1901952"/>
            <a:ext cx="2395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chatgpt.com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364992" y="2231136"/>
            <a:ext cx="2395728" cy="0"/>
          </a:xfrm>
          <a:prstGeom prst="line">
            <a:avLst/>
          </a:prstGeom>
          <a:noFill/>
          <a:ln w="6350">
            <a:solidFill>
              <a:srgbClr val="25252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364992" y="2304288"/>
            <a:ext cx="2395728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AI writing partner. Use it for prompts, bios, content ideas, and much more.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053328" y="1371600"/>
            <a:ext cx="2651760" cy="2423160"/>
          </a:xfrm>
          <a:prstGeom prst="rect">
            <a:avLst/>
          </a:prstGeom>
          <a:solidFill>
            <a:srgbClr val="111111"/>
          </a:solidFill>
          <a:ln w="12700">
            <a:solidFill>
              <a:srgbClr val="252525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5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053328" y="1371600"/>
            <a:ext cx="45720" cy="242316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17920" y="148132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BC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6803136" y="1481328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217920" y="1901952"/>
            <a:ext cx="2395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linkedin.com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217920" y="2231136"/>
            <a:ext cx="2395728" cy="0"/>
          </a:xfrm>
          <a:prstGeom prst="line">
            <a:avLst/>
          </a:prstGeom>
          <a:noFill/>
          <a:ln w="6350">
            <a:solidFill>
              <a:srgbClr val="25252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217920" y="2304288"/>
            <a:ext cx="2395728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your profile updated — it feeds your website and is the foundation of your online brand.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347472" y="4005072"/>
            <a:ext cx="8449056" cy="914400"/>
          </a:xfrm>
          <a:prstGeom prst="rect">
            <a:avLst/>
          </a:prstGeom>
          <a:solidFill>
            <a:srgbClr val="111111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47472" y="4005072"/>
            <a:ext cx="8449056" cy="4572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30352" y="409651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 help? Reach out to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3474720" y="4078224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Asif Habib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6400800" y="4078224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asif.ai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530352" y="448056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AI journey is just beginning — keep building, keep learning.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for Everyone</dc:title>
  <dc:subject>PptxGenJS Presentation</dc:subject>
  <dc:creator>Asif Habib</dc:creator>
  <cp:lastModifiedBy>Asif Habib</cp:lastModifiedBy>
  <cp:revision>1</cp:revision>
  <dcterms:created xsi:type="dcterms:W3CDTF">2026-06-20T02:24:15Z</dcterms:created>
  <dcterms:modified xsi:type="dcterms:W3CDTF">2026-06-20T02:24:15Z</dcterms:modified>
</cp:coreProperties>
</file>